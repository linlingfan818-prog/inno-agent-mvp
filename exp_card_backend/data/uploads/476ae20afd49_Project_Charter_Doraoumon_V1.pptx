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CCEF3-E4D9-41FC-8F3F-4A4CBBB08B1C}" v="13" dt="2026-03-25T06:55:22.567"/>
  </p1510:revLst>
</p1510:revInfo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, Jie06" userId="ddc5fcee-dc97-416e-96bf-eba8636f8917" providerId="ADAL" clId="{2BE90195-DB39-4888-B4A0-E2B699B36516}"/>
    <pc:docChg chg="modSld">
      <pc:chgData name="Xu, Jie06" userId="ddc5fcee-dc97-416e-96bf-eba8636f8917" providerId="ADAL" clId="{2BE90195-DB39-4888-B4A0-E2B699B36516}" dt="2026-03-25T06:55:22.568" v="9" actId="207"/>
      <pc:docMkLst>
        <pc:docMk/>
      </pc:docMkLst>
      <pc:sldChg chg="modSp mod">
        <pc:chgData name="Xu, Jie06" userId="ddc5fcee-dc97-416e-96bf-eba8636f8917" providerId="ADAL" clId="{2BE90195-DB39-4888-B4A0-E2B699B36516}" dt="2026-03-25T06:55:22.568" v="9" actId="207"/>
        <pc:sldMkLst>
          <pc:docMk/>
          <pc:sldMk cId="1115967523" sldId="257"/>
        </pc:sldMkLst>
        <pc:spChg chg="mod">
          <ac:chgData name="Xu, Jie06" userId="ddc5fcee-dc97-416e-96bf-eba8636f8917" providerId="ADAL" clId="{2BE90195-DB39-4888-B4A0-E2B699B36516}" dt="2026-03-25T06:55:22.568" v="9" actId="207"/>
          <ac:spMkLst>
            <pc:docMk/>
            <pc:sldMk cId="1115967523" sldId="257"/>
            <ac:spMk id="9" creationId="{B95E907D-A0EC-8A0A-6992-19FCB92E26B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825509-B1CE-0323-8CBB-04814D8A7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F52A1-CD4F-971D-1DAB-B6F890FDBF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45D72-783E-49EE-BD5E-D3670B6CCFF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7BB94-1646-7D7E-9184-AB75B613F3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C7310-05BF-A9AC-62A2-C44EFE39DB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F5507-7736-42EE-B4C4-8F373DB021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1855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5ECE6-9768-4392-8A63-8C4B35DC096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92E94-D62C-4173-B567-D2A440CE0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9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Within 6 months of launch, the system is adopted by at least 2 internal business departments or reach 100 users for their innovation process management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92E94-D62C-4173-B567-D2A440CE09C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915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22715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22714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F4A5729-DD57-1231-7F18-D280F49E1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6580"/>
            <a:ext cx="6428390" cy="358776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219450500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 descr="Ein Bild, das orange, Farbigkeit, Bernstein, Pfirsich enthält.&#10;&#10;KI-generierte Inhalte können fehlerhaft sein.">
            <a:extLst>
              <a:ext uri="{FF2B5EF4-FFF2-40B4-BE49-F238E27FC236}">
                <a16:creationId xmlns:a16="http://schemas.microsoft.com/office/drawing/2014/main" id="{EFAE64EA-62E9-05E8-217A-73CD517E9D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5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791FD8EC-3B7B-4102-01D0-C49D65B19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20478362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A7CDC07D-717C-288E-E1D7-153D0CC3A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D9BA63D-8523-9335-AD85-3811E7509529}"/>
              </a:ext>
            </a:extLst>
          </p:cNvPr>
          <p:cNvSpPr/>
          <p:nvPr userDrawn="1"/>
        </p:nvSpPr>
        <p:spPr>
          <a:xfrm>
            <a:off x="896470" y="224118"/>
            <a:ext cx="2294965" cy="528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8A9D724-C3E6-2412-508E-F244AF655BCA}"/>
              </a:ext>
            </a:extLst>
          </p:cNvPr>
          <p:cNvSpPr/>
          <p:nvPr userDrawn="1"/>
        </p:nvSpPr>
        <p:spPr>
          <a:xfrm>
            <a:off x="233082" y="224118"/>
            <a:ext cx="663389" cy="528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US" noProof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26981024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>
          <p15:clr>
            <a:srgbClr val="FBAE40"/>
          </p15:clr>
        </p15:guide>
        <p15:guide id="4" orient="horz" pos="293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95E15B1F-2774-7216-B997-2C16D8223D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pPr lvl="0"/>
            <a:r>
              <a:rPr lang="en-US" noProof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313647097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>
          <p15:clr>
            <a:srgbClr val="FBAE40"/>
          </p15:clr>
        </p15:guide>
        <p15:guide id="4" orient="horz" pos="293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0"/>
            <a:ext cx="6024562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53A68F98-C9EE-ED7C-DD81-A181BBEC2A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45825103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3885">
          <p15:clr>
            <a:srgbClr val="FBAE40"/>
          </p15:clr>
        </p15:guide>
        <p15:guide id="4" orient="horz" pos="1661">
          <p15:clr>
            <a:srgbClr val="FBAE40"/>
          </p15:clr>
        </p15:guide>
        <p15:guide id="5" pos="379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327861F-297D-2146-0A1B-BFC60A04A3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0" t="5355" b="72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9" y="0"/>
            <a:ext cx="6024561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</a:t>
            </a:r>
            <a:br>
              <a:rPr lang="en-US" noProof="0"/>
            </a:br>
            <a:r>
              <a:rPr lang="en-US" noProof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2866DC99-4494-EFC6-AF87-4FF478E1F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224553036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3885">
          <p15:clr>
            <a:srgbClr val="FBAE40"/>
          </p15:clr>
        </p15:guide>
        <p15:guide id="4" orient="horz" pos="1661">
          <p15:clr>
            <a:srgbClr val="FBAE40"/>
          </p15:clr>
        </p15:guide>
        <p15:guide id="5" pos="37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31579F21-5F91-69A7-117F-90F177F5A1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1CAC72A-FE0D-F920-D014-1019C08A3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0592" y="-9525"/>
            <a:ext cx="5991406" cy="4410075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7C3209BA-147A-9184-F6D7-763A59CD3C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47549-AF23-8FDD-538B-9E27677E4D79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Info:</a:t>
            </a:r>
          </a:p>
          <a:p>
            <a:r>
              <a:rPr lang="en-US" sz="120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>
              <a:solidFill>
                <a:srgbClr val="FF0000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4D8B18-1CB7-9424-DD64-F930DE3C25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2"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17B8A-245A-5492-A89B-6E0F4AB8AC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7557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  <p15:guide id="2" orient="horz" pos="3430">
          <p15:clr>
            <a:srgbClr val="FBAE40"/>
          </p15:clr>
        </p15:guide>
        <p15:guide id="3" orient="horz" pos="297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orange, Farbigkeit, Bernstein, Screenshot enthält.&#10;&#10;KI-generierte Inhalte können fehlerhaft sein.">
            <a:extLst>
              <a:ext uri="{FF2B5EF4-FFF2-40B4-BE49-F238E27FC236}">
                <a16:creationId xmlns:a16="http://schemas.microsoft.com/office/drawing/2014/main" id="{5F359CC9-B01B-D22B-5393-566931D26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4" t="6828"/>
          <a:stretch>
            <a:fillRect/>
          </a:stretch>
        </p:blipFill>
        <p:spPr>
          <a:xfrm rot="10800000">
            <a:off x="-2" y="0"/>
            <a:ext cx="12192001" cy="688427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12. August 2025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Business Area or Central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Additional </a:t>
            </a:r>
            <a:r>
              <a:rPr lang="en-US" noProof="0" err="1"/>
              <a:t>subheadline</a:t>
            </a:r>
            <a:r>
              <a:rPr lang="en-US" noProof="0"/>
              <a:t> </a:t>
            </a:r>
            <a:br>
              <a:rPr lang="en-US" noProof="0"/>
            </a:br>
            <a:r>
              <a:rPr lang="en-US" noProof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Organizational unit &amp; name of author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72E3D06-796F-886D-418D-9E1FBE9F46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 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FBB727E-C9A8-CD25-4F2E-0601CA0BF2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0592" y="-9525"/>
            <a:ext cx="5991406" cy="4410075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A2D363B-374B-25D5-AFE3-562FF87024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ECD35-9A71-0ECF-027F-79989BEA2075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Info:</a:t>
            </a:r>
          </a:p>
          <a:p>
            <a:r>
              <a:rPr lang="en-US" sz="120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>
              <a:solidFill>
                <a:srgbClr val="FF0000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A75276-DDFC-EA5E-16FE-C1E55ADB81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2"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1D71C9-FC21-F12D-EF4C-116F0668AFC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2956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  <p15:guide id="2" orient="horz" pos="3430">
          <p15:clr>
            <a:srgbClr val="FBAE40"/>
          </p15:clr>
        </p15:guide>
        <p15:guide id="3" orient="horz" pos="29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81491" y="15127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127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4" name="Textplatzhalter 8">
            <a:extLst>
              <a:ext uri="{FF2B5EF4-FFF2-40B4-BE49-F238E27FC236}">
                <a16:creationId xmlns:a16="http://schemas.microsoft.com/office/drawing/2014/main" id="{FE5694A8-1106-4877-D542-D35A66E0010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81491" y="212169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4F54E7F5-157E-3405-BBDD-7F2F99B97F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4963" y="21350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461003D4-1C01-4D60-B701-EFF3B932CC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81491" y="275063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D64E8A48-851B-B7EE-E229-C95AAB1011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4963" y="27573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9887CBA8-C190-27D3-A0BA-6CBFA30598A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381491" y="337725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A7670571-7CB2-972D-9293-715EE4C990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3" y="33796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03B7071A-ABF2-D58A-46E4-C0ADEF35E06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381491" y="40019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5968CB0D-1603-491F-DDFA-68DD9D46E64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4963" y="40019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351D471E-E924-C143-9870-91BBAC5E819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381491" y="4618631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0C9FBE99-FCAB-8B9D-133C-0D54BA90AE9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3" y="46242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44" name="Textplatzhalter 8">
            <a:extLst>
              <a:ext uri="{FF2B5EF4-FFF2-40B4-BE49-F238E27FC236}">
                <a16:creationId xmlns:a16="http://schemas.microsoft.com/office/drawing/2014/main" id="{23DBAE38-A905-50F9-3CDB-827EF4F4FA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381491" y="524653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26CF9BF5-7485-26A9-0CBC-0A68B2D096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3" y="5246537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</p:txBody>
      </p:sp>
      <p:sp>
        <p:nvSpPr>
          <p:cNvPr id="56" name="Textplatzhalter 55">
            <a:extLst>
              <a:ext uri="{FF2B5EF4-FFF2-40B4-BE49-F238E27FC236}">
                <a16:creationId xmlns:a16="http://schemas.microsoft.com/office/drawing/2014/main" id="{6556939C-01F2-839B-D3E9-928C39DDF67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6BDFF060-93FF-9318-741D-C878C88C206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70476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8" name="Textplatzhalter 55">
            <a:extLst>
              <a:ext uri="{FF2B5EF4-FFF2-40B4-BE49-F238E27FC236}">
                <a16:creationId xmlns:a16="http://schemas.microsoft.com/office/drawing/2014/main" id="{A3CBA179-5E42-4C38-F106-696B6A7EA6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1958482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59" name="Textplatzhalter 55">
            <a:extLst>
              <a:ext uri="{FF2B5EF4-FFF2-40B4-BE49-F238E27FC236}">
                <a16:creationId xmlns:a16="http://schemas.microsoft.com/office/drawing/2014/main" id="{DB4FE160-2C77-DF3C-8B98-B82C96F546B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582863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0" name="Textplatzhalter 55">
            <a:extLst>
              <a:ext uri="{FF2B5EF4-FFF2-40B4-BE49-F238E27FC236}">
                <a16:creationId xmlns:a16="http://schemas.microsoft.com/office/drawing/2014/main" id="{E4629828-70F4-A3E0-FD60-00ED65427D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07244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1" name="Textplatzhalter 55">
            <a:extLst>
              <a:ext uri="{FF2B5EF4-FFF2-40B4-BE49-F238E27FC236}">
                <a16:creationId xmlns:a16="http://schemas.microsoft.com/office/drawing/2014/main" id="{BC29B5D1-B6FD-DD22-C982-C99FFC0E261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83162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2" name="Textplatzhalter 55">
            <a:extLst>
              <a:ext uri="{FF2B5EF4-FFF2-40B4-BE49-F238E27FC236}">
                <a16:creationId xmlns:a16="http://schemas.microsoft.com/office/drawing/2014/main" id="{391EF945-35F2-F296-FFDD-6637464BCAA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4456006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3" name="Textplatzhalter 55">
            <a:extLst>
              <a:ext uri="{FF2B5EF4-FFF2-40B4-BE49-F238E27FC236}">
                <a16:creationId xmlns:a16="http://schemas.microsoft.com/office/drawing/2014/main" id="{0231E966-DE33-B567-97C3-4C388DEC755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5080387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2F85CE0E-5FD7-5BA0-A8AF-0CB7E053DE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</p:spTree>
    <p:extLst>
      <p:ext uri="{BB962C8B-B14F-4D97-AF65-F5344CB8AC3E}">
        <p14:creationId xmlns:p14="http://schemas.microsoft.com/office/powerpoint/2010/main" val="94334222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12. August 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9684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139" y="144569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13" name="Textplatzhalter 55">
            <a:extLst>
              <a:ext uri="{FF2B5EF4-FFF2-40B4-BE49-F238E27FC236}">
                <a16:creationId xmlns:a16="http://schemas.microsoft.com/office/drawing/2014/main" id="{381B5D72-8808-7F48-84A9-B71387CAF7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4" name="Textplatzhalter 55">
            <a:extLst>
              <a:ext uri="{FF2B5EF4-FFF2-40B4-BE49-F238E27FC236}">
                <a16:creationId xmlns:a16="http://schemas.microsoft.com/office/drawing/2014/main" id="{4632EF5C-99C0-14E9-BC7C-60EDF35E322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5" name="Textplatzhalter 55">
            <a:extLst>
              <a:ext uri="{FF2B5EF4-FFF2-40B4-BE49-F238E27FC236}">
                <a16:creationId xmlns:a16="http://schemas.microsoft.com/office/drawing/2014/main" id="{01372B50-908C-E614-86AA-CFD4C48F96E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6" name="Textplatzhalter 55">
            <a:extLst>
              <a:ext uri="{FF2B5EF4-FFF2-40B4-BE49-F238E27FC236}">
                <a16:creationId xmlns:a16="http://schemas.microsoft.com/office/drawing/2014/main" id="{02F80C3A-090A-B47B-E6F5-945D54C6FD7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7" name="Textplatzhalter 55">
            <a:extLst>
              <a:ext uri="{FF2B5EF4-FFF2-40B4-BE49-F238E27FC236}">
                <a16:creationId xmlns:a16="http://schemas.microsoft.com/office/drawing/2014/main" id="{0B0BC624-48A0-C1A4-5B55-83CC30BE12C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8" name="Textplatzhalter 55">
            <a:extLst>
              <a:ext uri="{FF2B5EF4-FFF2-40B4-BE49-F238E27FC236}">
                <a16:creationId xmlns:a16="http://schemas.microsoft.com/office/drawing/2014/main" id="{9893986A-A8A0-482C-5441-F6C66E4EFE5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9" name="Textplatzhalter 55">
            <a:extLst>
              <a:ext uri="{FF2B5EF4-FFF2-40B4-BE49-F238E27FC236}">
                <a16:creationId xmlns:a16="http://schemas.microsoft.com/office/drawing/2014/main" id="{6DDB1DB3-D0CB-F649-2E85-8B44DA0204B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0" name="Textplatzhalter 55">
            <a:extLst>
              <a:ext uri="{FF2B5EF4-FFF2-40B4-BE49-F238E27FC236}">
                <a16:creationId xmlns:a16="http://schemas.microsoft.com/office/drawing/2014/main" id="{23139F2B-1899-62EB-3C65-BC4D53360A8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1" name="Textplatzhalter 55">
            <a:extLst>
              <a:ext uri="{FF2B5EF4-FFF2-40B4-BE49-F238E27FC236}">
                <a16:creationId xmlns:a16="http://schemas.microsoft.com/office/drawing/2014/main" id="{B4EF5ACF-5489-8459-229B-EABAC9B72AE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5588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26F524A7-DC66-CC59-C8B4-C418C81227C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69684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52CFAE2C-0BC8-2FED-D05B-250C1A0D8A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38139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DFAE61E4-B5D0-8CCA-42F9-402CA34E23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369684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03015500-45F7-5F3D-216E-7ED0CA68932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8139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AF94A1A-085B-6F01-29BF-519A0EC0FB6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369684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E312CBB9-E1BC-54AC-4A1D-150E31D3EF1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8139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0FE8FC1B-CCA6-A883-7FE6-5498DB0F2B9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369684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C5411300-393E-576A-F8AB-9977E5EFEE9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38138" y="3519202"/>
            <a:ext cx="4883081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33" name="Textplatzhalter 8">
            <a:extLst>
              <a:ext uri="{FF2B5EF4-FFF2-40B4-BE49-F238E27FC236}">
                <a16:creationId xmlns:a16="http://schemas.microsoft.com/office/drawing/2014/main" id="{2270DF76-64D9-992B-2861-9305D89EDA6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69684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6</a:t>
            </a:r>
          </a:p>
        </p:txBody>
      </p:sp>
      <p:sp>
        <p:nvSpPr>
          <p:cNvPr id="46" name="Textplatzhalter 8">
            <a:extLst>
              <a:ext uri="{FF2B5EF4-FFF2-40B4-BE49-F238E27FC236}">
                <a16:creationId xmlns:a16="http://schemas.microsoft.com/office/drawing/2014/main" id="{0C30C551-6658-59E5-82BC-A582CE02921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8139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AE18601-7F48-D57F-CB39-6530B359D39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369684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48" name="Textplatzhalter 8">
            <a:extLst>
              <a:ext uri="{FF2B5EF4-FFF2-40B4-BE49-F238E27FC236}">
                <a16:creationId xmlns:a16="http://schemas.microsoft.com/office/drawing/2014/main" id="{8E1BCBB5-AB8E-682B-7309-EAFC8B87EFC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38139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A0B7D88C-90E7-1F03-CBD8-D7568E4F1F0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369684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50" name="Textplatzhalter 8">
            <a:extLst>
              <a:ext uri="{FF2B5EF4-FFF2-40B4-BE49-F238E27FC236}">
                <a16:creationId xmlns:a16="http://schemas.microsoft.com/office/drawing/2014/main" id="{8EA0CD66-51D5-F6EC-F1F0-E25A904EEE82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38139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70965C48-21D4-4BA3-8D4A-5BA5D4ACB5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69684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9</a:t>
            </a:r>
          </a:p>
        </p:txBody>
      </p:sp>
      <p:sp>
        <p:nvSpPr>
          <p:cNvPr id="52" name="Textplatzhalter 8">
            <a:extLst>
              <a:ext uri="{FF2B5EF4-FFF2-40B4-BE49-F238E27FC236}">
                <a16:creationId xmlns:a16="http://schemas.microsoft.com/office/drawing/2014/main" id="{75E1E97B-841D-D839-BAE5-5C481FFFF44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38139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22C02A6D-9A71-EB66-8B56-63E7573C62DC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381131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E43E13EE-A824-877E-AB50-547C2FCDD22C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53800" y="1445690"/>
            <a:ext cx="4891566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3" name="Textplatzhalter 8">
            <a:extLst>
              <a:ext uri="{FF2B5EF4-FFF2-40B4-BE49-F238E27FC236}">
                <a16:creationId xmlns:a16="http://schemas.microsoft.com/office/drawing/2014/main" id="{B2251A45-7D07-7858-6F94-74782E5CA4D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1381131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11</a:t>
            </a:r>
          </a:p>
        </p:txBody>
      </p:sp>
      <p:sp>
        <p:nvSpPr>
          <p:cNvPr id="74" name="Textplatzhalter 8">
            <a:extLst>
              <a:ext uri="{FF2B5EF4-FFF2-40B4-BE49-F238E27FC236}">
                <a16:creationId xmlns:a16="http://schemas.microsoft.com/office/drawing/2014/main" id="{60AB7FC0-126B-B06F-AA80-5673E14AA27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53800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5" name="Textplatzhalter 8">
            <a:extLst>
              <a:ext uri="{FF2B5EF4-FFF2-40B4-BE49-F238E27FC236}">
                <a16:creationId xmlns:a16="http://schemas.microsoft.com/office/drawing/2014/main" id="{85307A13-64DC-1888-326E-CCF67199BCE7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1381131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12</a:t>
            </a:r>
          </a:p>
        </p:txBody>
      </p:sp>
      <p:sp>
        <p:nvSpPr>
          <p:cNvPr id="76" name="Textplatzhalter 8">
            <a:extLst>
              <a:ext uri="{FF2B5EF4-FFF2-40B4-BE49-F238E27FC236}">
                <a16:creationId xmlns:a16="http://schemas.microsoft.com/office/drawing/2014/main" id="{22A52B67-4544-908B-F2BD-172FA66E4AF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53800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7" name="Textplatzhalter 8">
            <a:extLst>
              <a:ext uri="{FF2B5EF4-FFF2-40B4-BE49-F238E27FC236}">
                <a16:creationId xmlns:a16="http://schemas.microsoft.com/office/drawing/2014/main" id="{6006CBD6-7308-EB4A-F398-D460B7EA7C1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381131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13</a:t>
            </a:r>
          </a:p>
        </p:txBody>
      </p:sp>
      <p:sp>
        <p:nvSpPr>
          <p:cNvPr id="78" name="Textplatzhalter 8">
            <a:extLst>
              <a:ext uri="{FF2B5EF4-FFF2-40B4-BE49-F238E27FC236}">
                <a16:creationId xmlns:a16="http://schemas.microsoft.com/office/drawing/2014/main" id="{6FF7045C-4956-82F9-EE78-1941E4FE633D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353800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9" name="Textplatzhalter 8">
            <a:extLst>
              <a:ext uri="{FF2B5EF4-FFF2-40B4-BE49-F238E27FC236}">
                <a16:creationId xmlns:a16="http://schemas.microsoft.com/office/drawing/2014/main" id="{0867062F-A9B7-1EF7-8FEB-D0668FD937B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1381131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14</a:t>
            </a:r>
          </a:p>
        </p:txBody>
      </p:sp>
      <p:sp>
        <p:nvSpPr>
          <p:cNvPr id="80" name="Textplatzhalter 8">
            <a:extLst>
              <a:ext uri="{FF2B5EF4-FFF2-40B4-BE49-F238E27FC236}">
                <a16:creationId xmlns:a16="http://schemas.microsoft.com/office/drawing/2014/main" id="{8268980D-F9EE-0F01-F5F4-0051CE8AB38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353800" y="3519202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1" name="Textplatzhalter 8">
            <a:extLst>
              <a:ext uri="{FF2B5EF4-FFF2-40B4-BE49-F238E27FC236}">
                <a16:creationId xmlns:a16="http://schemas.microsoft.com/office/drawing/2014/main" id="{98F5B459-7CB2-44B7-F702-FA3D5B68AE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1381131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15</a:t>
            </a:r>
          </a:p>
        </p:txBody>
      </p:sp>
      <p:sp>
        <p:nvSpPr>
          <p:cNvPr id="82" name="Textplatzhalter 8">
            <a:extLst>
              <a:ext uri="{FF2B5EF4-FFF2-40B4-BE49-F238E27FC236}">
                <a16:creationId xmlns:a16="http://schemas.microsoft.com/office/drawing/2014/main" id="{861B6F90-02A9-939A-CA20-41B78588A81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353800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3" name="Textplatzhalter 8">
            <a:extLst>
              <a:ext uri="{FF2B5EF4-FFF2-40B4-BE49-F238E27FC236}">
                <a16:creationId xmlns:a16="http://schemas.microsoft.com/office/drawing/2014/main" id="{B0FCD7C6-77CA-081D-EC55-8A54C66F829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1381131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16</a:t>
            </a:r>
          </a:p>
        </p:txBody>
      </p:sp>
      <p:sp>
        <p:nvSpPr>
          <p:cNvPr id="84" name="Textplatzhalter 8">
            <a:extLst>
              <a:ext uri="{FF2B5EF4-FFF2-40B4-BE49-F238E27FC236}">
                <a16:creationId xmlns:a16="http://schemas.microsoft.com/office/drawing/2014/main" id="{0E0204A7-2F98-D32A-2BD7-430EAB053A0C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353800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5" name="Textplatzhalter 8">
            <a:extLst>
              <a:ext uri="{FF2B5EF4-FFF2-40B4-BE49-F238E27FC236}">
                <a16:creationId xmlns:a16="http://schemas.microsoft.com/office/drawing/2014/main" id="{2919ED20-B577-583B-D9C3-8B1891AD9470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381131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17</a:t>
            </a:r>
          </a:p>
        </p:txBody>
      </p:sp>
      <p:sp>
        <p:nvSpPr>
          <p:cNvPr id="86" name="Textplatzhalter 8">
            <a:extLst>
              <a:ext uri="{FF2B5EF4-FFF2-40B4-BE49-F238E27FC236}">
                <a16:creationId xmlns:a16="http://schemas.microsoft.com/office/drawing/2014/main" id="{C926A1BB-0084-61CF-6C2F-672123686D5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353800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87" name="Textplatzhalter 8">
            <a:extLst>
              <a:ext uri="{FF2B5EF4-FFF2-40B4-BE49-F238E27FC236}">
                <a16:creationId xmlns:a16="http://schemas.microsoft.com/office/drawing/2014/main" id="{66ADE15A-9DF8-F9C0-BD97-71C7E3A19D3A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1381131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18</a:t>
            </a:r>
          </a:p>
        </p:txBody>
      </p:sp>
      <p:sp>
        <p:nvSpPr>
          <p:cNvPr id="88" name="Textplatzhalter 8">
            <a:extLst>
              <a:ext uri="{FF2B5EF4-FFF2-40B4-BE49-F238E27FC236}">
                <a16:creationId xmlns:a16="http://schemas.microsoft.com/office/drawing/2014/main" id="{8CAFAE60-843A-3FC0-D001-F6393551268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353800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err="1"/>
              <a:t>Chapterheadline</a:t>
            </a:r>
            <a:r>
              <a:rPr lang="en-US" noProof="0"/>
              <a:t> in 18 point, only one line</a:t>
            </a:r>
          </a:p>
        </p:txBody>
      </p:sp>
      <p:sp>
        <p:nvSpPr>
          <p:cNvPr id="7" name="Textplatzhalter 55">
            <a:extLst>
              <a:ext uri="{FF2B5EF4-FFF2-40B4-BE49-F238E27FC236}">
                <a16:creationId xmlns:a16="http://schemas.microsoft.com/office/drawing/2014/main" id="{A26285D9-2BDC-D11B-3D02-2A5D4F5D40CE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347450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8" name="Textplatzhalter 55">
            <a:extLst>
              <a:ext uri="{FF2B5EF4-FFF2-40B4-BE49-F238E27FC236}">
                <a16:creationId xmlns:a16="http://schemas.microsoft.com/office/drawing/2014/main" id="{8CA62F10-D598-9E0B-B03D-E95C3D084D5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347450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1" name="Textplatzhalter 55">
            <a:extLst>
              <a:ext uri="{FF2B5EF4-FFF2-40B4-BE49-F238E27FC236}">
                <a16:creationId xmlns:a16="http://schemas.microsoft.com/office/drawing/2014/main" id="{1FCC9E67-C919-FA1A-F095-63526D9CE586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347450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12" name="Textplatzhalter 55">
            <a:extLst>
              <a:ext uri="{FF2B5EF4-FFF2-40B4-BE49-F238E27FC236}">
                <a16:creationId xmlns:a16="http://schemas.microsoft.com/office/drawing/2014/main" id="{7B49808B-E52E-F6DC-4675-0DEBD66CCF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347450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2" name="Textplatzhalter 55">
            <a:extLst>
              <a:ext uri="{FF2B5EF4-FFF2-40B4-BE49-F238E27FC236}">
                <a16:creationId xmlns:a16="http://schemas.microsoft.com/office/drawing/2014/main" id="{6C052F52-990A-D24E-09EB-254452E4185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347450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3" name="Textplatzhalter 55">
            <a:extLst>
              <a:ext uri="{FF2B5EF4-FFF2-40B4-BE49-F238E27FC236}">
                <a16:creationId xmlns:a16="http://schemas.microsoft.com/office/drawing/2014/main" id="{FAF41966-E98F-C3D7-B630-813EACAA07AB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347450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24" name="Textplatzhalter 55">
            <a:extLst>
              <a:ext uri="{FF2B5EF4-FFF2-40B4-BE49-F238E27FC236}">
                <a16:creationId xmlns:a16="http://schemas.microsoft.com/office/drawing/2014/main" id="{854A8147-B039-CC41-69AA-C66963A18C8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47450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4" name="Textplatzhalter 55">
            <a:extLst>
              <a:ext uri="{FF2B5EF4-FFF2-40B4-BE49-F238E27FC236}">
                <a16:creationId xmlns:a16="http://schemas.microsoft.com/office/drawing/2014/main" id="{3D90E154-C21E-4C8D-CE17-89749FC34AC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6347450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5" name="Textplatzhalter 55">
            <a:extLst>
              <a:ext uri="{FF2B5EF4-FFF2-40B4-BE49-F238E27FC236}">
                <a16:creationId xmlns:a16="http://schemas.microsoft.com/office/drawing/2014/main" id="{CF83D24E-4617-47F1-0D0A-6A770EC0CE24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6347450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6" name="Textplatzhalter 55">
            <a:extLst>
              <a:ext uri="{FF2B5EF4-FFF2-40B4-BE49-F238E27FC236}">
                <a16:creationId xmlns:a16="http://schemas.microsoft.com/office/drawing/2014/main" id="{D8B6DC92-4F48-904E-3B92-11F2A8640A82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35588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37" name="Textplatzhalter 55">
            <a:extLst>
              <a:ext uri="{FF2B5EF4-FFF2-40B4-BE49-F238E27FC236}">
                <a16:creationId xmlns:a16="http://schemas.microsoft.com/office/drawing/2014/main" id="{25245F0E-DBF2-D4FF-CFFF-7C346A2CF59A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347450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/>
              <a:t>   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2C7B616B-737D-AE60-3B50-663E3D47AC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</p:spTree>
    <p:extLst>
      <p:ext uri="{BB962C8B-B14F-4D97-AF65-F5344CB8AC3E}">
        <p14:creationId xmlns:p14="http://schemas.microsoft.com/office/powerpoint/2010/main" val="20459008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999">
          <p15:clr>
            <a:srgbClr val="FBAE40"/>
          </p15:clr>
        </p15:guide>
        <p15:guide id="2" pos="368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 with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12. August 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209D2C03-103D-3B02-78FB-94DFA2759F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78316" y="150876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4D9B3835-1EAC-848E-936A-90A9E32CDC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423528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40" name="Textplatzhalter 55">
            <a:extLst>
              <a:ext uri="{FF2B5EF4-FFF2-40B4-BE49-F238E27FC236}">
                <a16:creationId xmlns:a16="http://schemas.microsoft.com/office/drawing/2014/main" id="{24E09A6A-074B-3E1F-8815-8942CD29128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1" name="Textplatzhalter 55">
            <a:extLst>
              <a:ext uri="{FF2B5EF4-FFF2-40B4-BE49-F238E27FC236}">
                <a16:creationId xmlns:a16="http://schemas.microsoft.com/office/drawing/2014/main" id="{45F4CEB6-86D1-AF2A-8F03-A700C60967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6067074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3" name="Textplatzhalter 55">
            <a:extLst>
              <a:ext uri="{FF2B5EF4-FFF2-40B4-BE49-F238E27FC236}">
                <a16:creationId xmlns:a16="http://schemas.microsoft.com/office/drawing/2014/main" id="{479EDB4A-4FA7-9659-644F-A732BAA96AC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28069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4" name="Textplatzhalter 55">
            <a:extLst>
              <a:ext uri="{FF2B5EF4-FFF2-40B4-BE49-F238E27FC236}">
                <a16:creationId xmlns:a16="http://schemas.microsoft.com/office/drawing/2014/main" id="{F479FED9-6C0A-9786-040F-4BB7A05114F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2729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45" name="Textplatzhalter 55">
            <a:extLst>
              <a:ext uri="{FF2B5EF4-FFF2-40B4-BE49-F238E27FC236}">
                <a16:creationId xmlns:a16="http://schemas.microsoft.com/office/drawing/2014/main" id="{AE6A68A8-C75A-5E96-3C07-8988E5BBD28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417388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58A8D041-B68A-8BF1-508D-7623C9440A6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512048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/>
              <a:t>   </a:t>
            </a:r>
          </a:p>
        </p:txBody>
      </p:sp>
      <p:sp>
        <p:nvSpPr>
          <p:cNvPr id="61" name="Textplatzhalter 8">
            <a:extLst>
              <a:ext uri="{FF2B5EF4-FFF2-40B4-BE49-F238E27FC236}">
                <a16:creationId xmlns:a16="http://schemas.microsoft.com/office/drawing/2014/main" id="{2C50F7BD-B9C8-D95A-224A-C54FFCB4CE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378316" y="2453987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62" name="Textplatzhalter 8">
            <a:extLst>
              <a:ext uri="{FF2B5EF4-FFF2-40B4-BE49-F238E27FC236}">
                <a16:creationId xmlns:a16="http://schemas.microsoft.com/office/drawing/2014/main" id="{53CD0048-6E33-AFBD-9D4C-00A846384A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68750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63" name="Textplatzhalter 8">
            <a:extLst>
              <a:ext uri="{FF2B5EF4-FFF2-40B4-BE49-F238E27FC236}">
                <a16:creationId xmlns:a16="http://schemas.microsoft.com/office/drawing/2014/main" id="{68E85F45-E360-2F33-7F27-E22183DFD2C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378316" y="339920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89" name="Textplatzhalter 8">
            <a:extLst>
              <a:ext uri="{FF2B5EF4-FFF2-40B4-BE49-F238E27FC236}">
                <a16:creationId xmlns:a16="http://schemas.microsoft.com/office/drawing/2014/main" id="{FAFE7AF0-5029-8409-113E-F809A704724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34963" y="3313972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90" name="Textplatzhalter 8">
            <a:extLst>
              <a:ext uri="{FF2B5EF4-FFF2-40B4-BE49-F238E27FC236}">
                <a16:creationId xmlns:a16="http://schemas.microsoft.com/office/drawing/2014/main" id="{B9BFCCAE-3F47-D47E-EFA8-A86EEB292AF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378316" y="4344432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91" name="Textplatzhalter 8">
            <a:extLst>
              <a:ext uri="{FF2B5EF4-FFF2-40B4-BE49-F238E27FC236}">
                <a16:creationId xmlns:a16="http://schemas.microsoft.com/office/drawing/2014/main" id="{F3D7BE64-B10F-50A7-C80F-2A9FF624167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34963" y="4259195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92" name="Textplatzhalter 8">
            <a:extLst>
              <a:ext uri="{FF2B5EF4-FFF2-40B4-BE49-F238E27FC236}">
                <a16:creationId xmlns:a16="http://schemas.microsoft.com/office/drawing/2014/main" id="{F0C8605D-76D3-8767-D7D4-78B3F3BB4C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78316" y="5289654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93" name="Textplatzhalter 8">
            <a:extLst>
              <a:ext uri="{FF2B5EF4-FFF2-40B4-BE49-F238E27FC236}">
                <a16:creationId xmlns:a16="http://schemas.microsoft.com/office/drawing/2014/main" id="{8905FCF8-F8E4-0E5E-77F4-F0FA506B87F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4963" y="5204417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err="1"/>
              <a:t>Chapterheadline</a:t>
            </a:r>
            <a:r>
              <a:rPr lang="en-US" noProof="0"/>
              <a:t> in 30 point, only one line</a:t>
            </a:r>
          </a:p>
          <a:p>
            <a:pPr lvl="1"/>
            <a:r>
              <a:rPr lang="en-US" noProof="0"/>
              <a:t>Second line in 18 point, only one 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68B0A74-023E-84E7-E31B-5660E7E79E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</p:spTree>
    <p:extLst>
      <p:ext uri="{BB962C8B-B14F-4D97-AF65-F5344CB8AC3E}">
        <p14:creationId xmlns:p14="http://schemas.microsoft.com/office/powerpoint/2010/main" val="378863954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orange, Farbigkeit, Bernstein, Screenshot enthält.&#10;&#10;KI-generierte Inhalte können fehlerhaft sein.">
            <a:extLst>
              <a:ext uri="{FF2B5EF4-FFF2-40B4-BE49-F238E27FC236}">
                <a16:creationId xmlns:a16="http://schemas.microsoft.com/office/drawing/2014/main" id="{E71272A4-010A-0F0D-F82D-7117B84721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Chapter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911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71272A4-010A-0F0D-F82D-7117B84721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b="5594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of Chapter</a:t>
            </a:r>
            <a:br>
              <a:rPr lang="en-US" noProof="0"/>
            </a:br>
            <a:r>
              <a:rPr lang="en-US" noProof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258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9BF183D8-3FB7-8A22-AD0F-FF6DF4B684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290D29F-ACC8-DFE9-53B7-54C9C995CF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1" y="1341438"/>
            <a:ext cx="11522075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DA91ABF1-2137-F167-8AC6-836B4A7C19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975F98C7-59DA-BB86-9E5F-E0D5CC9C204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4387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47704930-7E5E-9287-D186-E0FAB51E9F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11522074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38163" indent="-269875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7D0C2C1-9D80-B49B-88D3-EBCBBA103F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EBA4F6AB-4AA0-E162-4F66-41B773B309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5FCC8B5D-9F85-5942-E58B-C0B20BFF740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1382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5A2B9A8-4213-7633-A610-87A6903E91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67438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  <a:p>
            <a:pPr lvl="4"/>
            <a:endParaRPr lang="en-US" noProof="0"/>
          </a:p>
          <a:p>
            <a:pPr lvl="4"/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75B92EB1-F827-A9CD-0AD2-855C325FCA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66DF35EF-B22F-FAFA-7365-26DF6B99A10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995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15" name="Inhaltsplatzhalter 7">
            <a:extLst>
              <a:ext uri="{FF2B5EF4-FFF2-40B4-BE49-F238E27FC236}">
                <a16:creationId xmlns:a16="http://schemas.microsoft.com/office/drawing/2014/main" id="{AE6C069E-2637-EB7F-6123-E63BD0E3DB6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4338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76AAACA3-C754-8BF1-2122-8FFD9A4022A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12124" y="1341438"/>
            <a:ext cx="3744913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62760361-DF33-6E53-8F31-F710E4F63C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89391F28-C4F8-92BC-BA30-956E9A1F477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3931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4" pos="2661">
          <p15:clr>
            <a:srgbClr val="FBAE40"/>
          </p15:clr>
        </p15:guide>
        <p15:guide id="7" pos="5110">
          <p15:clr>
            <a:srgbClr val="FBAE40"/>
          </p15:clr>
        </p15:guide>
        <p15:guide id="8" pos="5019">
          <p15:clr>
            <a:srgbClr val="FBAE40"/>
          </p15:clr>
        </p15:guide>
        <p15:guide id="9" pos="257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C2E4FA49-D6E3-4EBC-556D-B4480BFD89C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E632A4B-8BBF-B7D3-663F-A0D19286950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51200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D5077A1B-06AF-4427-1C96-8A1EA5DDDC2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67437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C9C4307C-1323-37BD-8D85-AD282964791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83674" y="1341438"/>
            <a:ext cx="2773363" cy="4824412"/>
          </a:xfrm>
        </p:spPr>
        <p:txBody>
          <a:bodyPr/>
          <a:lstStyle/>
          <a:p>
            <a:pPr lvl="0"/>
            <a:r>
              <a:rPr lang="en-US" noProof="0"/>
              <a:t>Body text headline in </a:t>
            </a:r>
            <a:br>
              <a:rPr lang="en-US" noProof="0"/>
            </a:br>
            <a:r>
              <a:rPr lang="en-US" noProof="0"/>
              <a:t>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FD67425B-D0F1-D31A-8F54-38E0CD3A31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F61D08EE-5602-49C5-DF49-F99C83630AE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370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  <p15:guide id="4" pos="5722">
          <p15:clr>
            <a:srgbClr val="FBAE40"/>
          </p15:clr>
        </p15:guide>
        <p15:guide id="5" pos="5632">
          <p15:clr>
            <a:srgbClr val="FBAE40"/>
          </p15:clr>
        </p15:guide>
        <p15:guide id="6" pos="1958">
          <p15:clr>
            <a:srgbClr val="FBAE40"/>
          </p15:clr>
        </p15:guide>
        <p15:guide id="7" pos="20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DC3965B-9BC9-67F1-DCA6-D58BAB36F4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20000" indent="-176400">
              <a:tabLst/>
              <a:defRPr/>
            </a:lvl5pPr>
            <a:lvl6pPr marL="720000" indent="-176400">
              <a:defRPr/>
            </a:lvl6pPr>
            <a:lvl7pPr marL="720000" indent="-176400">
              <a:defRPr/>
            </a:lvl7pPr>
            <a:lvl8pPr marL="720000" indent="-176400">
              <a:defRPr/>
            </a:lvl8pPr>
            <a:lvl9pPr marL="720000" indent="-1764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6FFE206E-DE97-ACA2-7221-73B9A9CBD62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7439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06BBB27-95AA-CA8A-C9FE-6CC821B6C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6476E75-5B98-D9D6-A54E-611D3FEE8C0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C55C5CB0-379B-B6E7-EBDE-8220E57F4CF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753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in 18 point, only 1 line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E833B4B9-E9B9-00B0-20DC-FF6F4AEA40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7438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in 18 point, only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45E364B5-1B18-3090-1811-F84E2D17BC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7438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A62E36D-71FE-F880-6A79-B15F332DF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DCA2E438-38E0-F629-76F0-E57EBC37CA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053A8516-D9A6-6F18-42A8-75162D90166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7816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lvl="0"/>
            <a:r>
              <a:rPr lang="en-US" noProof="0"/>
              <a:t>Body text headline 14 pt.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03E458F8-3AF7-85A3-DB83-B18968532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1202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1DCE2797-951D-774F-3116-F324E130C8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2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19325C6-049C-E6C7-7987-4F2DFE1BF3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83C4CAC0-E0A6-918F-5945-AF2D6AD49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22" name="Textplatzhalter 8">
            <a:extLst>
              <a:ext uri="{FF2B5EF4-FFF2-40B4-BE49-F238E27FC236}">
                <a16:creationId xmlns:a16="http://schemas.microsoft.com/office/drawing/2014/main" id="{E2E9D813-BC14-8106-426C-8F8F55935D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4" y="1341439"/>
            <a:ext cx="2773364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Headline 1 line</a:t>
            </a:r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BD09981E-716C-C755-7906-66C0886DCC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367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80000">
              <a:tabLst/>
              <a:defRPr sz="1400"/>
            </a:lvl5pPr>
            <a:lvl6pPr marL="583200" indent="-180000">
              <a:defRPr sz="1400"/>
            </a:lvl6pPr>
            <a:lvl7pPr marL="583200" indent="-180000">
              <a:defRPr sz="1400"/>
            </a:lvl7pPr>
            <a:lvl8pPr marL="583200" indent="-180000">
              <a:defRPr sz="1400"/>
            </a:lvl8pPr>
            <a:lvl9pPr marL="583200" indent="-1800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Body text headline 14 pt. </a:t>
            </a:r>
          </a:p>
          <a:p>
            <a:pPr lvl="1"/>
            <a:r>
              <a:rPr lang="en-US" noProof="0"/>
              <a:t>Body text in 14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CB9DBF62-513E-CD02-075E-8934C6BDEB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782A76BD-1DC7-816D-2C11-7B0BA95578D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0768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  <p15:guide id="4" pos="5722">
          <p15:clr>
            <a:srgbClr val="FBAE40"/>
          </p15:clr>
        </p15:guide>
        <p15:guide id="5" pos="5632">
          <p15:clr>
            <a:srgbClr val="FBAE40"/>
          </p15:clr>
        </p15:guide>
        <p15:guide id="6" pos="1958">
          <p15:clr>
            <a:srgbClr val="FBAE40"/>
          </p15:clr>
        </p15:guide>
        <p15:guide id="7" pos="20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7438" y="1341438"/>
            <a:ext cx="6024562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341438"/>
            <a:ext cx="5689600" cy="4824412"/>
          </a:xfrm>
        </p:spPr>
        <p:txBody>
          <a:bodyPr/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4F368262-D0DF-E263-3370-C1284F43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1206033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4963" y="1341438"/>
            <a:ext cx="11857037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802A282-3622-805B-1224-52D4FB0ED9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34780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95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63E93A-32FD-4BF3-7CE4-256E6F6CBB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15322C6B-5061-5933-A7FB-3B430CC945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BDF55B25-7448-8DF4-FBA4-EE68D27310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D50B5722-A652-D421-0534-B0D22A7073A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1219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16C58A40-D13C-DA30-8623-D4FF3E14B0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33850" y="6416585"/>
            <a:ext cx="523187" cy="131036"/>
          </a:xfrm>
        </p:spPr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EC00EE9-18A4-6E5C-CB88-B0D9A192C2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 OT INNOVATION CHINA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AF1FD6E-97F3-FF0E-EA85-E27473DDA6C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86235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16C58A40-D13C-DA30-8623-D4FF3E14B0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33850" y="6416585"/>
            <a:ext cx="523187" cy="131036"/>
          </a:xfrm>
        </p:spPr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EC00EE9-18A4-6E5C-CB88-B0D9A192C2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INNOVATION @ AUMOVIO CHINA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AF1FD6E-97F3-FF0E-EA85-E27473DDA6C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698400" y="6422400"/>
            <a:ext cx="972000" cy="150440"/>
          </a:xfrm>
        </p:spPr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8CEC08-E347-A3C0-89F2-75F87F376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6"/>
            <a:ext cx="11522075" cy="609278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noProof="0"/>
              <a:t>Project Name XXX</a:t>
            </a:r>
          </a:p>
        </p:txBody>
      </p:sp>
      <p:sp>
        <p:nvSpPr>
          <p:cNvPr id="13" name="Rechteck 28">
            <a:extLst>
              <a:ext uri="{FF2B5EF4-FFF2-40B4-BE49-F238E27FC236}">
                <a16:creationId xmlns:a16="http://schemas.microsoft.com/office/drawing/2014/main" id="{7FEA6467-3C25-8C52-DC87-56BDA99483C8}"/>
              </a:ext>
            </a:extLst>
          </p:cNvPr>
          <p:cNvSpPr/>
          <p:nvPr userDrawn="1"/>
        </p:nvSpPr>
        <p:spPr>
          <a:xfrm>
            <a:off x="334963" y="2268747"/>
            <a:ext cx="8737369" cy="24174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l"/>
            <a:r>
              <a:rPr lang="de-DE" altLang="zh-CN" sz="1600" b="1" u="sng">
                <a:solidFill>
                  <a:srgbClr val="FF0000"/>
                </a:solidFill>
              </a:rPr>
              <a:t>OKRs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>
                <a:solidFill>
                  <a:schemeClr val="tx1"/>
                </a:solidFill>
              </a:rPr>
              <a:t>Objectives                                                                                        Key Results</a:t>
            </a:r>
          </a:p>
        </p:txBody>
      </p:sp>
      <p:sp>
        <p:nvSpPr>
          <p:cNvPr id="14" name="Rechteck 24">
            <a:extLst>
              <a:ext uri="{FF2B5EF4-FFF2-40B4-BE49-F238E27FC236}">
                <a16:creationId xmlns:a16="http://schemas.microsoft.com/office/drawing/2014/main" id="{B7111363-1DBC-88F0-FBFC-56A9A6321F42}"/>
              </a:ext>
            </a:extLst>
          </p:cNvPr>
          <p:cNvSpPr/>
          <p:nvPr userDrawn="1"/>
        </p:nvSpPr>
        <p:spPr>
          <a:xfrm>
            <a:off x="334963" y="4773294"/>
            <a:ext cx="8737369" cy="145497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600" b="1" u="sng">
                <a:solidFill>
                  <a:srgbClr val="FF0000"/>
                </a:solidFill>
              </a:rPr>
              <a:t>Project Milestone</a:t>
            </a:r>
          </a:p>
        </p:txBody>
      </p:sp>
      <p:sp>
        <p:nvSpPr>
          <p:cNvPr id="15" name="Rechteck 20">
            <a:extLst>
              <a:ext uri="{FF2B5EF4-FFF2-40B4-BE49-F238E27FC236}">
                <a16:creationId xmlns:a16="http://schemas.microsoft.com/office/drawing/2014/main" id="{FD82AD51-C7D7-7690-48CC-D7032967B966}"/>
              </a:ext>
            </a:extLst>
          </p:cNvPr>
          <p:cNvSpPr/>
          <p:nvPr userDrawn="1"/>
        </p:nvSpPr>
        <p:spPr>
          <a:xfrm>
            <a:off x="334963" y="1276710"/>
            <a:ext cx="8737368" cy="90015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l"/>
            <a:r>
              <a:rPr lang="de-DE" sz="1600" b="1" u="sng">
                <a:solidFill>
                  <a:srgbClr val="FF0000"/>
                </a:solidFill>
              </a:rPr>
              <a:t>Project Scope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1D99DE1-9653-854F-36BE-6A034814DA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822" y="2855343"/>
            <a:ext cx="4155057" cy="1732470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100" b="0"/>
            </a:lvl1pPr>
          </a:lstStyle>
          <a:p>
            <a:pPr lvl="0"/>
            <a:r>
              <a:rPr lang="en-US" altLang="zh-CN"/>
              <a:t>Verb + what you want to accomplish + what impact / value  you want to create </a:t>
            </a:r>
            <a:r>
              <a:rPr lang="zh-CN" altLang="en-US"/>
              <a:t>定义这个项目希望实现的‌方向性目标‌，需具备挑战性和激励性</a:t>
            </a:r>
          </a:p>
          <a:p>
            <a:pPr lvl="0"/>
            <a:endParaRPr lang="en-US" altLang="zh-C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DE93577-4A13-5A7C-31CA-976FCC1E3A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57527" y="2855343"/>
            <a:ext cx="2531881" cy="61810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1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Clarify with key words: What product portfolio could this project empower for the future business of stakeholders? What’s the potential revenue?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0A33405-5E05-206E-E949-B112D8F2C8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822" y="1630393"/>
            <a:ext cx="8528649" cy="446691"/>
          </a:xfrm>
        </p:spPr>
        <p:txBody>
          <a:bodyPr>
            <a:noAutofit/>
          </a:bodyPr>
          <a:lstStyle>
            <a:lvl1pPr>
              <a:spcBef>
                <a:spcPts val="300"/>
              </a:spcBef>
              <a:spcAft>
                <a:spcPts val="0"/>
              </a:spcAft>
              <a:defRPr sz="11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/>
              <a:t>Describe your Project Scope within one sentence </a:t>
            </a:r>
            <a:r>
              <a:rPr lang="zh-CN" altLang="en-US"/>
              <a:t>请填写项目范畴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9" name="Rechteck 20">
            <a:extLst>
              <a:ext uri="{FF2B5EF4-FFF2-40B4-BE49-F238E27FC236}">
                <a16:creationId xmlns:a16="http://schemas.microsoft.com/office/drawing/2014/main" id="{3ED99543-A01E-BE58-9049-CE0D68C5A5BD}"/>
              </a:ext>
            </a:extLst>
          </p:cNvPr>
          <p:cNvSpPr/>
          <p:nvPr userDrawn="1"/>
        </p:nvSpPr>
        <p:spPr>
          <a:xfrm>
            <a:off x="9168669" y="1276709"/>
            <a:ext cx="2688367" cy="8948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l"/>
            <a:r>
              <a:rPr lang="en-US" altLang="zh-CN" sz="1600" b="1" u="sng">
                <a:solidFill>
                  <a:srgbClr val="FF0000"/>
                </a:solidFill>
              </a:rPr>
              <a:t>Stakeholder</a:t>
            </a:r>
            <a:endParaRPr lang="de-DE" sz="1600" b="1" u="sng">
              <a:solidFill>
                <a:srgbClr val="FF0000"/>
              </a:solidFill>
            </a:endParaRP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A2934314-E818-F54C-1E40-6369FCAAE1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5738" y="2855343"/>
            <a:ext cx="4265733" cy="1732470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100" b="0">
                <a:latin typeface="+mn-ea"/>
                <a:ea typeface="+mn-ea"/>
              </a:defRPr>
            </a:lvl1pPr>
          </a:lstStyle>
          <a:p>
            <a:pPr lvl="0"/>
            <a:r>
              <a:rPr lang="en-US" altLang="zh-CN"/>
              <a:t>Verb + measurable achievement + quality assurance </a:t>
            </a:r>
            <a:r>
              <a:rPr lang="zh-CN" altLang="en-US"/>
              <a:t>为目标设定‌可量化、可验证的具体成果‌，用于衡量目标是否达成</a:t>
            </a:r>
            <a:endParaRPr lang="en-US" altLang="zh-CN"/>
          </a:p>
        </p:txBody>
      </p:sp>
      <p:sp>
        <p:nvSpPr>
          <p:cNvPr id="22" name="Rechteck 24">
            <a:extLst>
              <a:ext uri="{FF2B5EF4-FFF2-40B4-BE49-F238E27FC236}">
                <a16:creationId xmlns:a16="http://schemas.microsoft.com/office/drawing/2014/main" id="{F706E960-5228-CB40-83A9-11BA28B71FF0}"/>
              </a:ext>
            </a:extLst>
          </p:cNvPr>
          <p:cNvSpPr/>
          <p:nvPr userDrawn="1"/>
        </p:nvSpPr>
        <p:spPr>
          <a:xfrm>
            <a:off x="9168669" y="2263491"/>
            <a:ext cx="2688367" cy="242297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l"/>
            <a:r>
              <a:rPr lang="de-DE" sz="1600" b="1" u="sng">
                <a:solidFill>
                  <a:srgbClr val="FF0000"/>
                </a:solidFill>
              </a:rPr>
              <a:t>Value vs. Cost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/>
              <a:t>Value Proposition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/>
              <a:t>Cost (Budget requirement)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6D2B1E30-CC3B-5B7D-B23C-65C6525C53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57527" y="3807208"/>
            <a:ext cx="2531881" cy="78060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1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Fill in requested budget (e.g., material, labor cost, 3rd party, etc.)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A997865-A18B-37BA-B5EE-1304BD25E0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6911" y="1630392"/>
            <a:ext cx="2542497" cy="44669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1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Input BAs / Stakeholders who will benefit from your project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altLang="zh-CN"/>
          </a:p>
          <a:p>
            <a:pPr lvl="0"/>
            <a:endParaRPr lang="de-DE"/>
          </a:p>
        </p:txBody>
      </p:sp>
      <p:sp>
        <p:nvSpPr>
          <p:cNvPr id="10" name="Rechteck 20">
            <a:extLst>
              <a:ext uri="{FF2B5EF4-FFF2-40B4-BE49-F238E27FC236}">
                <a16:creationId xmlns:a16="http://schemas.microsoft.com/office/drawing/2014/main" id="{7DA0ED05-EF98-CA7F-2520-3517AB734E2E}"/>
              </a:ext>
            </a:extLst>
          </p:cNvPr>
          <p:cNvSpPr/>
          <p:nvPr userDrawn="1"/>
        </p:nvSpPr>
        <p:spPr>
          <a:xfrm>
            <a:off x="9168667" y="4773296"/>
            <a:ext cx="2688367" cy="145497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l"/>
            <a:endParaRPr lang="de-DE" sz="1600" b="1" u="sng">
              <a:solidFill>
                <a:srgbClr val="FF0000"/>
              </a:solidFill>
            </a:endParaRP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21A0F35-8FCD-C8B4-48A0-2474EB8C735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75689" y="5316977"/>
            <a:ext cx="1095555" cy="36761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600" b="0">
                <a:solidFill>
                  <a:srgbClr val="FF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Picture Zone</a:t>
            </a:r>
            <a:endParaRPr lang="de-DE" altLang="zh-CN"/>
          </a:p>
        </p:txBody>
      </p:sp>
      <p:sp>
        <p:nvSpPr>
          <p:cNvPr id="61" name="Rectangle 155">
            <a:extLst>
              <a:ext uri="{FF2B5EF4-FFF2-40B4-BE49-F238E27FC236}">
                <a16:creationId xmlns:a16="http://schemas.microsoft.com/office/drawing/2014/main" id="{7D44CC97-9CE8-3105-2A2F-1E9E26739B72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442824" y="5147979"/>
            <a:ext cx="8525343" cy="2663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36000" rIns="0" bIns="23813" numCol="1" spcCol="72000" rtlCol="0" anchor="ctr">
            <a:noAutofit/>
          </a:bodyPr>
          <a:lstStyle/>
          <a:p>
            <a:pPr algn="ctr">
              <a:spcBef>
                <a:spcPct val="0"/>
              </a:spcBef>
            </a:pPr>
            <a:endParaRPr lang="en-US" sz="1000" b="1">
              <a:solidFill>
                <a:srgbClr val="FFFFFF"/>
              </a:solidFill>
              <a:cs typeface="Arial"/>
              <a:sym typeface="Arial"/>
            </a:endParaRPr>
          </a:p>
        </p:txBody>
      </p:sp>
      <p:cxnSp>
        <p:nvCxnSpPr>
          <p:cNvPr id="76" name="Straight Connector 246">
            <a:extLst>
              <a:ext uri="{FF2B5EF4-FFF2-40B4-BE49-F238E27FC236}">
                <a16:creationId xmlns:a16="http://schemas.microsoft.com/office/drawing/2014/main" id="{FAF4C659-97C6-C23C-FEF0-D6007048200F}"/>
              </a:ext>
            </a:extLst>
          </p:cNvPr>
          <p:cNvCxnSpPr>
            <a:cxnSpLocks/>
            <a:stCxn id="61" idx="1"/>
          </p:cNvCxnSpPr>
          <p:nvPr>
            <p:custDataLst>
              <p:tags r:id="rId2"/>
            </p:custDataLst>
          </p:nvPr>
        </p:nvCxnSpPr>
        <p:spPr bwMode="auto">
          <a:xfrm flipH="1">
            <a:off x="442822" y="5281153"/>
            <a:ext cx="2" cy="831396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Straight Connector 238">
            <a:extLst>
              <a:ext uri="{FF2B5EF4-FFF2-40B4-BE49-F238E27FC236}">
                <a16:creationId xmlns:a16="http://schemas.microsoft.com/office/drawing/2014/main" id="{088D8E64-DF16-2B88-682A-184B39A53C62}"/>
              </a:ext>
            </a:extLst>
          </p:cNvPr>
          <p:cNvCxnSpPr>
            <a:cxnSpLocks/>
            <a:stCxn id="61" idx="3"/>
          </p:cNvCxnSpPr>
          <p:nvPr>
            <p:custDataLst>
              <p:tags r:id="rId3"/>
            </p:custDataLst>
          </p:nvPr>
        </p:nvCxnSpPr>
        <p:spPr bwMode="auto">
          <a:xfrm>
            <a:off x="8968167" y="5281153"/>
            <a:ext cx="3019" cy="829856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Straight Connector 253">
            <a:extLst>
              <a:ext uri="{FF2B5EF4-FFF2-40B4-BE49-F238E27FC236}">
                <a16:creationId xmlns:a16="http://schemas.microsoft.com/office/drawing/2014/main" id="{80DA9014-326D-5814-9D51-F45CA5B01D2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6839095" y="5147979"/>
            <a:ext cx="0" cy="973465"/>
          </a:xfrm>
          <a:prstGeom prst="line">
            <a:avLst/>
          </a:prstGeom>
          <a:solidFill>
            <a:schemeClr val="tx2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Straight Connector 248">
            <a:extLst>
              <a:ext uri="{FF2B5EF4-FFF2-40B4-BE49-F238E27FC236}">
                <a16:creationId xmlns:a16="http://schemas.microsoft.com/office/drawing/2014/main" id="{2CF33784-84B3-1D67-F185-D1A3F9040674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2574913" y="5147979"/>
            <a:ext cx="0" cy="973465"/>
          </a:xfrm>
          <a:prstGeom prst="line">
            <a:avLst/>
          </a:prstGeom>
          <a:solidFill>
            <a:schemeClr val="tx2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Straight Connector 249">
            <a:extLst>
              <a:ext uri="{FF2B5EF4-FFF2-40B4-BE49-F238E27FC236}">
                <a16:creationId xmlns:a16="http://schemas.microsoft.com/office/drawing/2014/main" id="{69F68697-DB45-C125-B195-1770E672029B}"/>
              </a:ext>
            </a:extLst>
          </p:cNvPr>
          <p:cNvCxnSpPr>
            <a:cxnSpLocks/>
            <a:stCxn id="61" idx="0"/>
          </p:cNvCxnSpPr>
          <p:nvPr>
            <p:custDataLst>
              <p:tags r:id="rId6"/>
            </p:custDataLst>
          </p:nvPr>
        </p:nvCxnSpPr>
        <p:spPr bwMode="auto">
          <a:xfrm>
            <a:off x="4705496" y="5147979"/>
            <a:ext cx="1508" cy="973465"/>
          </a:xfrm>
          <a:prstGeom prst="line">
            <a:avLst/>
          </a:prstGeom>
          <a:solidFill>
            <a:schemeClr val="tx2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123CDC4-E28C-D182-7F39-94747C75C086}"/>
              </a:ext>
            </a:extLst>
          </p:cNvPr>
          <p:cNvCxnSpPr>
            <a:cxnSpLocks/>
          </p:cNvCxnSpPr>
          <p:nvPr/>
        </p:nvCxnSpPr>
        <p:spPr>
          <a:xfrm>
            <a:off x="446103" y="6112246"/>
            <a:ext cx="852536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A0A672AB-7BC8-6A3C-8A71-1A3584925C6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7" y="5447647"/>
            <a:ext cx="2081745" cy="638299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000" b="0"/>
            </a:lvl1pPr>
          </a:lstStyle>
          <a:p>
            <a:pPr lvl="0"/>
            <a:r>
              <a:rPr lang="en-US" altLang="zh-CN"/>
              <a:t>Input project plan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39E657FB-5C92-C69C-478B-7A8E0DE4F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607" y="5450199"/>
            <a:ext cx="2081745" cy="638299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000" b="0"/>
            </a:lvl1pPr>
          </a:lstStyle>
          <a:p>
            <a:pPr lvl="0"/>
            <a:r>
              <a:rPr lang="en-US" altLang="zh-CN"/>
              <a:t>Input project plan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24B8822C-DF7A-8990-67EA-A1385D85C2D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30678" y="5447646"/>
            <a:ext cx="2081745" cy="638299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000" b="0"/>
            </a:lvl1pPr>
          </a:lstStyle>
          <a:p>
            <a:pPr lvl="0"/>
            <a:r>
              <a:rPr lang="en-US" altLang="zh-CN"/>
              <a:t>Input project plan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DEE859FD-B2F2-3F1C-6656-3F47551852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59749" y="5447645"/>
            <a:ext cx="2081745" cy="638299"/>
          </a:xfrm>
        </p:spPr>
        <p:txBody>
          <a:bodyPr>
            <a:noAutofit/>
          </a:bodyPr>
          <a:lstStyle>
            <a:lvl1pPr>
              <a:spcAft>
                <a:spcPts val="400"/>
              </a:spcAft>
              <a:defRPr sz="1000" b="0"/>
            </a:lvl1pPr>
          </a:lstStyle>
          <a:p>
            <a:pPr lvl="0"/>
            <a:r>
              <a:rPr lang="en-US" altLang="zh-CN"/>
              <a:t>Input project plan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B51190-3631-A36C-5C30-43877C68E8CD}"/>
              </a:ext>
            </a:extLst>
          </p:cNvPr>
          <p:cNvSpPr txBox="1"/>
          <p:nvPr userDrawn="1"/>
        </p:nvSpPr>
        <p:spPr>
          <a:xfrm>
            <a:off x="1310029" y="5142823"/>
            <a:ext cx="39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M1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CC7D5-C9B1-87BC-2EA3-A9D26FA415C2}"/>
              </a:ext>
            </a:extLst>
          </p:cNvPr>
          <p:cNvSpPr txBox="1"/>
          <p:nvPr userDrawn="1"/>
        </p:nvSpPr>
        <p:spPr>
          <a:xfrm>
            <a:off x="3445149" y="5142823"/>
            <a:ext cx="39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M2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EBADE8-4F80-0DD4-4111-67B8CA8647BC}"/>
              </a:ext>
            </a:extLst>
          </p:cNvPr>
          <p:cNvSpPr txBox="1"/>
          <p:nvPr userDrawn="1"/>
        </p:nvSpPr>
        <p:spPr>
          <a:xfrm>
            <a:off x="5580269" y="5141926"/>
            <a:ext cx="39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M3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B9E400-FBE5-7930-E904-22377ED6DEDD}"/>
              </a:ext>
            </a:extLst>
          </p:cNvPr>
          <p:cNvSpPr txBox="1"/>
          <p:nvPr userDrawn="1"/>
        </p:nvSpPr>
        <p:spPr>
          <a:xfrm>
            <a:off x="7712359" y="5142823"/>
            <a:ext cx="39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M4</a:t>
            </a:r>
            <a:endParaRPr lang="zh-CN" altLang="en-US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523598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orange, Farbigkeit, Bernstein enthält.&#10;&#10;KI-generierte Inhalte können fehlerhaft sein.">
            <a:extLst>
              <a:ext uri="{FF2B5EF4-FFF2-40B4-BE49-F238E27FC236}">
                <a16:creationId xmlns:a16="http://schemas.microsoft.com/office/drawing/2014/main" id="{1C130CE0-74E8-9B52-3403-FFDC9E116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1822365"/>
          </a:xfrm>
        </p:spPr>
        <p:txBody>
          <a:bodyPr/>
          <a:lstStyle>
            <a:lvl1pPr>
              <a:defRPr sz="12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3CF4E23-D63D-0FF2-471D-4074A6AA91F5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233966E8-5373-AF34-8B55-7E68B6DE1A89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C95D27-A6E2-CF79-4493-2DB580342F4C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6" name="Freihandform 5">
                <a:extLst>
                  <a:ext uri="{FF2B5EF4-FFF2-40B4-BE49-F238E27FC236}">
                    <a16:creationId xmlns:a16="http://schemas.microsoft.com/office/drawing/2014/main" id="{84245F75-FAFC-E682-22B6-C95215638EF2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7" name="Freihandform 6">
                <a:extLst>
                  <a:ext uri="{FF2B5EF4-FFF2-40B4-BE49-F238E27FC236}">
                    <a16:creationId xmlns:a16="http://schemas.microsoft.com/office/drawing/2014/main" id="{27BA9E20-6D9C-3525-B73A-012F746E658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8" name="Freihandform 7">
                <a:extLst>
                  <a:ext uri="{FF2B5EF4-FFF2-40B4-BE49-F238E27FC236}">
                    <a16:creationId xmlns:a16="http://schemas.microsoft.com/office/drawing/2014/main" id="{F1C6FE0F-FB32-C3F0-68BB-FE61A409C73C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E567BB40-BE7D-F7CC-236F-4DC6A2607882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A981794B-09E7-DC40-BB19-300F4953857F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2" name="Freihandform 21">
                <a:extLst>
                  <a:ext uri="{FF2B5EF4-FFF2-40B4-BE49-F238E27FC236}">
                    <a16:creationId xmlns:a16="http://schemas.microsoft.com/office/drawing/2014/main" id="{D363079D-8836-42A7-F25B-F4DDFA5B0125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eihandform 22">
                <a:extLst>
                  <a:ext uri="{FF2B5EF4-FFF2-40B4-BE49-F238E27FC236}">
                    <a16:creationId xmlns:a16="http://schemas.microsoft.com/office/drawing/2014/main" id="{87EE3D77-1592-9950-F426-053F19EC6CBE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9" name="MIO_AGENDA_LAST_SLIDE" hidden="1">
            <a:extLst>
              <a:ext uri="{FF2B5EF4-FFF2-40B4-BE49-F238E27FC236}">
                <a16:creationId xmlns:a16="http://schemas.microsoft.com/office/drawing/2014/main" id="{463AE123-1C5F-7515-1438-89659F10B2E3}"/>
              </a:ext>
            </a:extLst>
          </p:cNvPr>
          <p:cNvSpPr/>
          <p:nvPr userDrawn="1"/>
        </p:nvSpPr>
        <p:spPr>
          <a:xfrm>
            <a:off x="11857038" y="0"/>
            <a:ext cx="334962" cy="333375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36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2160587"/>
          </a:xfrm>
        </p:spPr>
        <p:txBody>
          <a:bodyPr/>
          <a:lstStyle>
            <a:lvl1pPr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Thank you</a:t>
            </a:r>
            <a:br>
              <a:rPr lang="en-US" noProof="0"/>
            </a:br>
            <a:r>
              <a:rPr lang="en-US" noProof="0"/>
              <a:t>for your presence.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827EC2E-048F-F89D-AF4C-7CF6A771E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4134662"/>
            <a:ext cx="5870575" cy="163353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Name Surname</a:t>
            </a:r>
          </a:p>
          <a:p>
            <a:pPr lvl="1"/>
            <a:r>
              <a:rPr lang="en-US" noProof="0" err="1"/>
              <a:t>mail@aumovio.com</a:t>
            </a:r>
            <a:endParaRPr lang="en-US" noProof="0"/>
          </a:p>
        </p:txBody>
      </p:sp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99D0E23C-A1A1-8091-7D3D-256B42A45761}"/>
              </a:ext>
            </a:extLst>
          </p:cNvPr>
          <p:cNvSpPr/>
          <p:nvPr userDrawn="1"/>
        </p:nvSpPr>
        <p:spPr>
          <a:xfrm>
            <a:off x="11857038" y="0"/>
            <a:ext cx="334962" cy="333375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771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BBD565-E17C-4F7A-45C3-92438432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33376"/>
            <a:ext cx="11522075" cy="358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B85A0F-5E9C-C78C-376B-20133125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364343"/>
            <a:ext cx="11522075" cy="48015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70E55E-183D-1A63-282C-11FB24848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0832" y="6416585"/>
            <a:ext cx="1824344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12. August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6AA38-8E3B-24B0-3B5E-9717DCDAC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/>
              <a:t>A OT INNOVATION CHINA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D73CE1-8E64-5120-EA0D-90A2E46E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3850" y="6416585"/>
            <a:ext cx="523187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/>
              <a:pPr/>
              <a:t>‹#›</a:t>
            </a:fld>
            <a:endParaRPr lang="en-US" noProof="0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B5CA798-BEF4-F65D-7968-6E7ABE5A59B9}"/>
              </a:ext>
            </a:extLst>
          </p:cNvPr>
          <p:cNvGrpSpPr/>
          <p:nvPr/>
        </p:nvGrpSpPr>
        <p:grpSpPr>
          <a:xfrm>
            <a:off x="334963" y="6357987"/>
            <a:ext cx="1398586" cy="170560"/>
            <a:chOff x="4937369" y="-792841"/>
            <a:chExt cx="2082799" cy="254000"/>
          </a:xfrm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506CE2A-161C-38BE-D35D-C505B23CDCD3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5760F65-EBAF-4762-2F0F-D2F4E10D951B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1916766E-05E4-6854-B2B9-24B409E91D11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2C9FF7C9-EFF6-8C61-FE2C-B29AAAA11EA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4256966B-507E-DD55-7648-9CCAC21F872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DA54C965-FE2A-E60A-5F1A-96BEEC811416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B0768A78-5550-9F6D-B66E-BA3B5655D30B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14A796AA-6DB6-3619-C634-1E8C77796D3E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1" name="Freihandform 20">
                <a:extLst>
                  <a:ext uri="{FF2B5EF4-FFF2-40B4-BE49-F238E27FC236}">
                    <a16:creationId xmlns:a16="http://schemas.microsoft.com/office/drawing/2014/main" id="{4B4A18FB-86B5-D41B-5CBD-8621999CC501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08BFFAD-40F1-BE00-EE44-C6A9CBCE2FF0}"/>
              </a:ext>
            </a:extLst>
          </p:cNvPr>
          <p:cNvSpPr txBox="1"/>
          <p:nvPr/>
        </p:nvSpPr>
        <p:spPr>
          <a:xfrm>
            <a:off x="3268874" y="6411505"/>
            <a:ext cx="755015" cy="131035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b="0" i="0" u="none" strike="noStrike" noProof="0">
                <a:solidFill>
                  <a:schemeClr val="accent3"/>
                </a:solidFill>
                <a:effectLst/>
              </a:rPr>
              <a:t>© AUMOVIO SE</a:t>
            </a:r>
            <a:endParaRPr lang="en-US" sz="800" noProof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7E46B-02EC-630C-167F-6A90963C1F2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5312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  <p:sp>
        <p:nvSpPr>
          <p:cNvPr id="7" name="empower - DO NOT DELETE!!!" hidden="1">
            <a:extLst>
              <a:ext uri="{FF2B5EF4-FFF2-40B4-BE49-F238E27FC236}">
                <a16:creationId xmlns:a16="http://schemas.microsoft.com/office/drawing/2014/main" id="{A106EAC2-2567-2486-32B1-CA6D92B654F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4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90" r:id="rId25"/>
    <p:sldLayoutId id="2147483686" r:id="rId26"/>
    <p:sldLayoutId id="2147483689" r:id="rId27"/>
    <p:sldLayoutId id="2147483687" r:id="rId28"/>
    <p:sldLayoutId id="2147483688" r:id="rId2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+mn-lt"/>
          <a:ea typeface="AUMOVIO Office" panose="020B0502040504020204" pitchFamily="34" charset="0"/>
          <a:cs typeface="AUMOVIO Office" panose="020B050204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35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itchFamily="2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47675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◦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6pPr>
      <a:lvl7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110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754A9-D374-0EC4-F257-889F42FB37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10A6E-2609-273B-FC9C-CAFB8C064A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zh-CN"/>
              <a:t>INNOVATION @ AUMOVIO CHINA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15D0-10EE-BE24-ED3E-4BDB5BE6FC2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8488416-B654-4EB5-A4F6-9B51A563089B}" type="datetime4">
              <a:rPr lang="en-US" smtClean="0"/>
              <a:pPr/>
              <a:t>March 24, 2026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3F72C2-72AC-EBCA-0609-A5FF620E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Innovation Companion - </a:t>
            </a:r>
            <a:r>
              <a:rPr lang="en-US" altLang="zh-CN" err="1"/>
              <a:t>Doraoumon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A5659-7AE7-168F-DFF4-E0FA7E408C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Create an efficient tool to significantly accelerate the conversion process from innovative ideas to project charters</a:t>
            </a:r>
            <a:r>
              <a:rPr lang="en-US"/>
              <a:t> </a:t>
            </a:r>
            <a:r>
              <a:rPr lang="en-US" altLang="zh-CN">
                <a:solidFill>
                  <a:schemeClr val="accent1"/>
                </a:solidFill>
              </a:rPr>
              <a:t>and </a:t>
            </a:r>
            <a:r>
              <a:rPr lang="en-US" altLang="zh-CN"/>
              <a:t>e</a:t>
            </a:r>
            <a:r>
              <a:t>nhance the structural quality and decision-making effectiveness of innovation project proposals</a:t>
            </a:r>
            <a:r>
              <a:rPr lang="en-US"/>
              <a:t>.</a:t>
            </a:r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E050A-EB3B-5583-9425-DEA50D1F52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300K Euro</a:t>
            </a:r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A4BE83-A097-A565-C889-AF1C65B4B0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Build an AI-driven </a:t>
            </a:r>
            <a:r>
              <a:rPr lang="en-US" altLang="zh-CN">
                <a:solidFill>
                  <a:schemeClr val="accent1"/>
                </a:solidFill>
              </a:rPr>
              <a:t>i</a:t>
            </a:r>
            <a:r>
              <a:rPr lang="en-US">
                <a:solidFill>
                  <a:schemeClr val="accent1"/>
                </a:solidFill>
              </a:rPr>
              <a:t>nnovation </a:t>
            </a:r>
            <a:r>
              <a:rPr lang="en-US" altLang="zh-CN">
                <a:solidFill>
                  <a:schemeClr val="accent1"/>
                </a:solidFill>
              </a:rPr>
              <a:t>e</a:t>
            </a:r>
            <a:r>
              <a:rPr lang="en-US">
                <a:solidFill>
                  <a:schemeClr val="accent1"/>
                </a:solidFill>
              </a:rPr>
              <a:t>mpowerment </a:t>
            </a:r>
            <a:r>
              <a:rPr lang="en-US"/>
              <a:t>application that </a:t>
            </a:r>
            <a:r>
              <a:t>cover the entire process, from guiding users to define business pain points, to intelligently generating technical solutions, and finally to automatically creating a project charter.</a:t>
            </a:r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5E907D-A0EC-8A0A-6992-19FCB92E26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5738" y="2855343"/>
            <a:ext cx="4265733" cy="1732470"/>
          </a:xfrm>
        </p:spPr>
        <p:txBody>
          <a:bodyPr/>
          <a:lstStyle/>
          <a:p>
            <a:r>
              <a:t>Reduce the average time from initial idea to a complete project charter by 50% compared to traditional manual methods</a:t>
            </a:r>
            <a:br>
              <a:rPr/>
            </a:br>
            <a:br>
              <a:rPr/>
            </a:br>
            <a:br>
              <a:rPr/>
            </a:br>
            <a:r>
              <a:t>80% of project charters generated by the system are rated as 'Executable' or 'Highly Executable' by internal</a:t>
            </a:r>
            <a:r>
              <a:rPr lang="en-US"/>
              <a:t> end users, e.g.</a:t>
            </a:r>
            <a:r>
              <a:t> project managers</a:t>
            </a:r>
            <a:endParaRPr lang="en-US"/>
          </a:p>
          <a:p>
            <a:endParaRPr lang="en-US" altLang="zh-CN"/>
          </a:p>
          <a:p>
            <a:r>
              <a:rPr lang="en-US" altLang="zh-CN">
                <a:solidFill>
                  <a:schemeClr val="accent1"/>
                </a:solidFill>
              </a:rPr>
              <a:t>Generate at least 50 complete project charters within 3 months of launch.</a:t>
            </a:r>
            <a:br>
              <a:rPr/>
            </a:br>
            <a:br>
              <a:rPr/>
            </a:br>
            <a:endParaRPr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EB546C-CCC6-2F85-D8E3-21E64E5140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7527" y="3807208"/>
            <a:ext cx="2531881" cy="150441"/>
          </a:xfrm>
        </p:spPr>
        <p:txBody>
          <a:bodyPr/>
          <a:lstStyle/>
          <a:p>
            <a:r>
              <a:t>Total: </a:t>
            </a:r>
            <a:r>
              <a:rPr lang="en-US"/>
              <a:t>30K Euro</a:t>
            </a:r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26608C-D82D-5BB5-C0B2-63374334A9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ANS, SAM, AM, UX, Central Function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C3A461-8ACF-727E-713E-9BE2479224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C1FB3F-D9C4-F68B-E78E-54316CBA730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Complete product design and technology selection. Deliverables include a UX prototype with the full interaction flow and a finalized technical architecture. (Weeks 1-2)</a:t>
            </a:r>
            <a:endParaRPr lang="zh-CN" alt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B858A05-F0F3-070B-31C3-2074F68062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Complete MVP development of core features. Implement the core workflow from pain point input to technical path generation, and complete initial prompt engineering. (Weeks 3-6)</a:t>
            </a:r>
            <a:endParaRPr lang="zh-CN" alt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10A980-8387-90A2-F810-F7BD22B06C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t>Complete the project charter auto-generation and optimization features. Achieve the full 'Why-How-Charter' closed loop</a:t>
            </a:r>
            <a:r>
              <a:rPr lang="en-US"/>
              <a:t> with backend data management system</a:t>
            </a:r>
            <a:r>
              <a:t>. (Weeks 7-10)</a:t>
            </a:r>
            <a:endParaRPr lang="zh-CN" alt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8F83960-20EE-2F87-1C89-D96312C6230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Official product launch and promotion. Complete all feature optimizations, documentation, and roll out to the first batch of </a:t>
            </a:r>
            <a:r>
              <a:rPr lang="en-US"/>
              <a:t>users</a:t>
            </a:r>
            <a:r>
              <a:t>. (Weeks 11-12)</a:t>
            </a:r>
            <a:endParaRPr lang="zh-CN" alt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9A04A90-CE76-FBB4-90A7-EB29B1B30A3C}"/>
              </a:ext>
            </a:extLst>
          </p:cNvPr>
          <p:cNvSpPr txBox="1">
            <a:spLocks/>
          </p:cNvSpPr>
          <p:nvPr/>
        </p:nvSpPr>
        <p:spPr>
          <a:xfrm>
            <a:off x="9257527" y="4002672"/>
            <a:ext cx="2531881" cy="585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100" b="0" i="0" kern="1200">
                <a:solidFill>
                  <a:schemeClr val="tx1"/>
                </a:solidFill>
                <a:latin typeface="+mn-lt"/>
                <a:ea typeface="AUMOVIO Office" panose="020B0502040504020204" pitchFamily="34" charset="0"/>
                <a:cs typeface="AUMOVIO Office" panose="020B0502040504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ymbol" pitchFamily="2" charset="2"/>
              <a:buChar char="-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76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33600" indent="-176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◦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33600" indent="-176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◦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3600" indent="-176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3600" indent="-176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3600" indent="-176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Details: Labor Cost (labor): </a:t>
            </a:r>
            <a:r>
              <a:rPr lang="en-US"/>
              <a:t>30K Euro</a:t>
            </a:r>
          </a:p>
          <a:p>
            <a:r>
              <a:t>Equipment &amp; Material (material): </a:t>
            </a:r>
            <a:r>
              <a:rPr lang="en-US"/>
              <a:t>NA</a:t>
            </a:r>
            <a:br>
              <a:rPr/>
            </a:br>
            <a:r>
              <a:t>3rd Party Supplier (3rd-party): </a:t>
            </a:r>
            <a:r>
              <a:rPr lang="en-US"/>
              <a:t>NA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1DCC7-2DB0-4DB4-E821-1EE4BA5DDE84}"/>
              </a:ext>
            </a:extLst>
          </p:cNvPr>
          <p:cNvSpPr txBox="1"/>
          <p:nvPr/>
        </p:nvSpPr>
        <p:spPr>
          <a:xfrm>
            <a:off x="2047595" y="4780917"/>
            <a:ext cx="318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17</a:t>
            </a:r>
            <a:r>
              <a:rPr lang="en-US" baseline="30000"/>
              <a:t>th</a:t>
            </a:r>
            <a:r>
              <a:rPr lang="en-US"/>
              <a:t> Jan. to 16</a:t>
            </a:r>
            <a:r>
              <a:rPr lang="en-US" baseline="30000"/>
              <a:t>th</a:t>
            </a:r>
            <a:r>
              <a:rPr lang="en-US"/>
              <a:t> Apr. 2026</a:t>
            </a:r>
          </a:p>
        </p:txBody>
      </p:sp>
    </p:spTree>
    <p:extLst>
      <p:ext uri="{BB962C8B-B14F-4D97-AF65-F5344CB8AC3E}">
        <p14:creationId xmlns:p14="http://schemas.microsoft.com/office/powerpoint/2010/main" val="1115967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5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2A9jSAxrEdDubqdB0ceGgoEAAAAAAADAAAAAAADAAAAAwADAAAAAAADAAAAAwADAAAAAAD///////8DAAIA////////BQAAAAMAEAAL2njaiOPnGEyIg6FLbk4HVwQAAAABAAMAAAACAAMAAAAEAAMAAAACAAMAAAAEAAQAAgD///////8FAAAABAAQAAuzB1nl56JQS6uL7ezYFgBQ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YD2NIDGsR0O5up0HRx4aCgNEYXRhABsAAAAETGlua2VkU2hhcGVEYXRhAAUAAAAAAAJOYW1lABkAAABMaW5rZWRTaGFwZXNEYXRhUHJvcGVydHkAEFZlcnNpb24AAQAAAAlMYXN0V3JpdGUADpwXrZgBAAAAAQD/////xgDGAAAABV9pZAAQAAAABNp42ojj5xhMiIOhS25OB1cDRGF0YQBTAAAACFByZXNlbnRhdGlvblNjYW5uZWRGb3JMaW5rZWRTaGFwZXMAAAJOdW1iZXJGb3JtYXRTZXBhcmF0b3JNb2RlAAoAAABBdXRvbWF0aWMAAAJOYW1lACQAAABMaW5rZWRTaGFwZVByZXNlbnRhdGlvblNldHRpbmdzRGF0YQAQVmVyc2lvbgAAAAAACUxhc3RXcml0ZQArnBetmAEAAAACAP////+DAIMAAAAFX2lkABAAAAAEswdZ5eeiUEuri+3s2BYAUANEYXRhABsAAAAETGlua2VkU2hhcGVEYXRhAAUAAAAAAAJOYW1lABkAAABMaW5rZWRTaGFwZXNEYXRhUHJvcGVydHkAEFZlcnNpb24AAAAAAAlMYXN0V3JpdGUA+JsXrZg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BAAFAAAAAQADAAEBAwAAAAMA////////JQAGTGlua2VkU2hhcGVQcmVzZW50YXRpb25TZXR0aW5nc0RhdGFfMAQAAAABAAUAAAAAAAUAAAAEAAQAAQEDAAAABAD///////8aAAZMaW5rZWRTaGFwZXNEYXRhUHJvcGVydHlfMAQAAAACAAUAAAAD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908474625214251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d6c2e2df-80d2-474e-adcc-560a66439f5b"/>
  <p:tag name="MIO_CONTENTTAG" val="nAzyJhgPe0WYgOiLD0rXUw=="/>
  <p:tag name="MIO_DBID" val="28AD0E67-88F4-4826-B6CB-8EA6DE4EF11B"/>
  <p:tag name="MIO_EKGUID" val="e278e8cb-2bae-4c20-b5e3-a03a16c00451"/>
  <p:tag name="MIO_EMBED_FONT" val="False"/>
  <p:tag name="MIO_FALLBACK_LAYOUT" val="25"/>
  <p:tag name="MIO_HDS" val="True"/>
  <p:tag name="MIO_LASTDOWNLOADED" val="15.08.2025 17:38:01.174"/>
  <p:tag name="MIO_MATCH_COLOR_SCHEME" val="False"/>
  <p:tag name="MIO_NUMBER_OF_VALID_LAYOUTS" val="28"/>
  <p:tag name="MIO_OBJECTNAME" val="AUMOVIO"/>
  <p:tag name="MIO_SHOW_DATE" val="True"/>
  <p:tag name="MIO_SHOW_FOOTER" val="True"/>
  <p:tag name="MIO_SHOW_PAGENUMBER" val="True"/>
  <p:tag name="MIO_SKIPVERSION" val="01.01.0001 00:00:00"/>
  <p:tag name="MIO_UPDATE" val="True"/>
  <p:tag name="MIO_VERSION" val="12.08.2025 13:12: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.V.tGQGkykH4eDaNzWug"/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4IORXuRAHBJnSHOPpCEyoYEAAAAAAADAAAAAAADAAAABAADAAAAAAADAAAABAADAAEA////////BQAAAAMAEAALvC97yXhIDk6Iuev/7Ve+lwQAAAABAAMAAAAEAAMAAAABAAQAAgD///////8FAAAABAAQAAvLgfGlnsv+RpwEw17WYG2BBAAAAAIAAwAAAAIAAwAAAAM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gg5Fe5EAcEmdIc4+kITKhgREYXRhAAUAAAAAAk5hbWUADQAAAExpbmtEYXRhTGlzdAAQVmVyc2lvbgABAAAACUxhc3RXcml0ZQCyJ7xMmQEAAAABAP////9hAGEAAAAFX2lkABAAAAAEvC97yXhIDk6Iuev/7Ve+lwREYXRhAAUAAAAAAk5hbWUADQAAAExpbmtEYXRhTGlzdAAQVmVyc2lvbgAAAAAACUxhc3RXcml0ZQCyJ7xMmQEAAAACAP////9wAHAAAAAFX2lkABAAAAAEy4HxpZ7L/kacBMNe1mBtgQNEYXRhABYAAAACUGVyc29uYWxJZAABAAAAAAACTmFtZQALAAAAUGVyc29uYWxJZAAQVmVyc2lvbgAAAAAACUxhc3RXcml0ZQDdJ7xM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AAFAAAABAADAAEBAwAAAAMA////////DgAGTGlua0RhdGFMaXN0XzAEAAAAAQAFAAAAAAAFAAAAAgAEAAIBAwAAAAQA////////DAAGUGVyc29uYWxJZF8wBAAAAAIABQAAAAI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5258234734617"/>
  <p:tag name="EMPOWERCHARTSPROPERTIES_B_LENGTH" val="24576"/>
  <p:tag name="DOWN_MIGRATION_INITIAL_LAYOUT_REQUIRED" val="9.2.99"/>
  <p:tag name="RUNTIME_ID" val="21aeffd4-06b4-4ad2-874f-d35da19589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5txyWAmkOgFSe6i2qtz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AezWmCj0mBm4RBPKZWk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LVAJVd2vUyDNtdj84_m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22o1QrP0GvwmpB5BHTy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y_QCJpiUi0RvWWF7UPZQ"/>
</p:tagLst>
</file>

<file path=ppt/theme/theme1.xml><?xml version="1.0" encoding="utf-8"?>
<a:theme xmlns:a="http://schemas.openxmlformats.org/drawingml/2006/main" name="AUMOVIO SE 2025, 16x9">
  <a:themeElements>
    <a:clrScheme name="Benutzerdefiniert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4208"/>
      </a:accent1>
      <a:accent2>
        <a:srgbClr val="FFB7A1"/>
      </a:accent2>
      <a:accent3>
        <a:srgbClr val="4827AF"/>
      </a:accent3>
      <a:accent4>
        <a:srgbClr val="A08AE5"/>
      </a:accent4>
      <a:accent5>
        <a:srgbClr val="18A9E7"/>
      </a:accent5>
      <a:accent6>
        <a:srgbClr val="A3DDF4"/>
      </a:accent6>
      <a:hlink>
        <a:srgbClr val="4827AF"/>
      </a:hlink>
      <a:folHlink>
        <a:srgbClr val="4827AF"/>
      </a:folHlink>
    </a:clrScheme>
    <a:fontScheme name="AUMOVIO Office 2025">
      <a:majorFont>
        <a:latin typeface="AUMOVIO Office"/>
        <a:ea typeface=""/>
        <a:cs typeface=""/>
      </a:majorFont>
      <a:minorFont>
        <a:latin typeface="AUMOVI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Orange500">
      <a:srgbClr val="DA3806"/>
    </a:custClr>
    <a:custClr name="Purple500">
      <a:srgbClr val="341C7D"/>
    </a:custClr>
    <a:custClr name="Blue500">
      <a:srgbClr val="1B8DBE"/>
    </a:custClr>
    <a:custClr name="Turquoise500">
      <a:srgbClr val="16B69E"/>
    </a:custClr>
    <a:custClr name="Yellow500">
      <a:srgbClr val="AEA633"/>
    </a:custClr>
    <a:custClr name="Grey500">
      <a:srgbClr val="78787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movio-Orange">
      <a:srgbClr val="FF4208"/>
    </a:custClr>
    <a:custClr name="Aumovio-Purple">
      <a:srgbClr val="4827AF"/>
    </a:custClr>
    <a:custClr name="Blue400">
      <a:srgbClr val="18A9E7"/>
    </a:custClr>
    <a:custClr name="Turquoise400">
      <a:srgbClr val="12CAAE"/>
    </a:custClr>
    <a:custClr name="Yellow400">
      <a:srgbClr val="CEC43A"/>
    </a:custClr>
    <a:custClr name="Grey400">
      <a:srgbClr val="AAAA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300">
      <a:srgbClr val="FF693B"/>
    </a:custClr>
    <a:custClr name="Purple300">
      <a:srgbClr val="5C37D2"/>
    </a:custClr>
    <a:custClr name="Blue300">
      <a:srgbClr val="46BAEC"/>
    </a:custClr>
    <a:custClr name="Turquoise300">
      <a:srgbClr val="12E3C3"/>
    </a:custClr>
    <a:custClr name="Yellow300">
      <a:srgbClr val="D8D063"/>
    </a:custClr>
    <a:custClr name="Grey300">
      <a:srgbClr val="C8C8C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200">
      <a:srgbClr val="FF906E"/>
    </a:custClr>
    <a:custClr name="Purple200">
      <a:srgbClr val="7E60DC"/>
    </a:custClr>
    <a:custClr name="Blue200">
      <a:srgbClr val="75CCF0"/>
    </a:custClr>
    <a:custClr name="Turquoise200">
      <a:srgbClr val="68F3DE"/>
    </a:custClr>
    <a:custClr name="Yellow200">
      <a:srgbClr val="E2DD8C"/>
    </a:custClr>
    <a:custClr name="Grey2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100">
      <a:srgbClr val="FFB7A1"/>
    </a:custClr>
    <a:custClr name="Purple100">
      <a:srgbClr val="A08AE5"/>
    </a:custClr>
    <a:custClr name="Blue100">
      <a:srgbClr val="A3DDF5"/>
    </a:custClr>
    <a:custClr name="Turquoise100">
      <a:srgbClr val="A1F7EA"/>
    </a:custClr>
    <a:custClr name="Yellow100">
      <a:srgbClr val="ECE9B5"/>
    </a:custClr>
    <a:custClr name="Grey100">
      <a:srgbClr val="F0F0F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  <clbl:label id="{7e753c2c-bb14-4786-921b-97c6a6fc424f}" enabled="1" method="Standard" siteId="{3bd97919-57c3-48d3-9e9a-8e4c01614a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AUMOVIO SE 2025, 16x9</vt:lpstr>
      <vt:lpstr>AI Innovation Companion - Doraoumon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</dc:title>
  <dc:creator>Tiny Xu</dc:creator>
  <cp:keywords>Template</cp:keywords>
  <cp:revision>1</cp:revision>
  <dcterms:created xsi:type="dcterms:W3CDTF">2025-08-15T09:37:37Z</dcterms:created>
  <dcterms:modified xsi:type="dcterms:W3CDTF">2026-03-25T06:55:24Z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AUMOVIO SE 2025, 16x9:9</vt:lpwstr>
  </property>
  <property fmtid="{D5CDD505-2E9C-101B-9397-08002B2CF9AE}" pid="3" name="ClassificationContentMarkingFooterText">
    <vt:lpwstr>Internal</vt:lpwstr>
  </property>
</Properties>
</file>